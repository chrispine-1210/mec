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e8ec61dea24dc0" /><Relationship Type="http://schemas.openxmlformats.org/officeDocument/2006/relationships/extended-properties" Target="/docProps/app.xml" Id="R46b235a0eac94558" /><Relationship Type="http://schemas.openxmlformats.org/officeDocument/2006/relationships/officeDocument" Target="/ppt/presentation.xml" Id="Rb6ec42a54c4d49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3efe37d1844b03"/>
  </p:sldMasterIdLst>
  <p:notesMasterIdLst>
    <p:notesMasterId xmlns:r="http://schemas.openxmlformats.org/officeDocument/2006/relationships" r:id="Raabd578209d346ce"/>
  </p:notesMasterIdLst>
  <p:sldIdLst>
    <p:sldId xmlns:r="http://schemas.openxmlformats.org/officeDocument/2006/relationships" id="256" r:id="R14975a79d4a34b07"/>
    <p:sldId xmlns:r="http://schemas.openxmlformats.org/officeDocument/2006/relationships" id="257" r:id="R060aa820ac164625"/>
    <p:sldId xmlns:r="http://schemas.openxmlformats.org/officeDocument/2006/relationships" id="258" r:id="R07346e238f614ab3"/>
    <p:sldId xmlns:r="http://schemas.openxmlformats.org/officeDocument/2006/relationships" id="259" r:id="Rb1412e76a0b04f32"/>
    <p:sldId xmlns:r="http://schemas.openxmlformats.org/officeDocument/2006/relationships" id="260" r:id="Rf117134afad04227"/>
    <p:sldId xmlns:r="http://schemas.openxmlformats.org/officeDocument/2006/relationships" id="261" r:id="Rfb769a57940e427c"/>
    <p:sldId xmlns:r="http://schemas.openxmlformats.org/officeDocument/2006/relationships" id="262" r:id="R38a0aa6b7d5d4634"/>
    <p:sldId xmlns:r="http://schemas.openxmlformats.org/officeDocument/2006/relationships" id="263" r:id="R9d162b6e7906443a"/>
    <p:sldId xmlns:r="http://schemas.openxmlformats.org/officeDocument/2006/relationships" id="264" r:id="R25dcd1c731c4424f"/>
    <p:sldId xmlns:r="http://schemas.openxmlformats.org/officeDocument/2006/relationships" id="265" r:id="Rd84166b6f6c24931"/>
    <p:sldId xmlns:r="http://schemas.openxmlformats.org/officeDocument/2006/relationships" id="266" r:id="Re9d7b19cd8e146ed"/>
    <p:sldId xmlns:r="http://schemas.openxmlformats.org/officeDocument/2006/relationships" id="267" r:id="R3bb56b8960c8421f"/>
    <p:sldId xmlns:r="http://schemas.openxmlformats.org/officeDocument/2006/relationships" id="268" r:id="R9fc5a086f30e4a8e"/>
    <p:sldId xmlns:r="http://schemas.openxmlformats.org/officeDocument/2006/relationships" id="269" r:id="R0be02668e33b4e1f"/>
    <p:sldId xmlns:r="http://schemas.openxmlformats.org/officeDocument/2006/relationships" id="270" r:id="R67053d0eec48481c"/>
    <p:sldId xmlns:r="http://schemas.openxmlformats.org/officeDocument/2006/relationships" id="271" r:id="Ra5d3e26ea27f4ca0"/>
    <p:sldId xmlns:r="http://schemas.openxmlformats.org/officeDocument/2006/relationships" id="272" r:id="Rc64305bef76b4827"/>
    <p:sldId xmlns:r="http://schemas.openxmlformats.org/officeDocument/2006/relationships" id="273" r:id="Rc1f7c32a2f4b40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efe37d1844b03" /><Relationship Type="http://schemas.openxmlformats.org/officeDocument/2006/relationships/theme" Target="/ppt/theme/theme1.xml" Id="Rae71c13b10f04374" /><Relationship Type="http://schemas.openxmlformats.org/officeDocument/2006/relationships/notesMaster" Target="/ppt/notesMasters/notesMaster1.xml" Id="Raabd578209d346ce" /><Relationship Type="http://schemas.openxmlformats.org/officeDocument/2006/relationships/presProps" Target="/ppt/presProps.xml" Id="Rc4c49b3f94bc4a52" /><Relationship Type="http://schemas.openxmlformats.org/officeDocument/2006/relationships/viewProps" Target="/ppt/viewProps.xml" Id="R0b58fa0c02d14a00" /><Relationship Type="http://schemas.openxmlformats.org/officeDocument/2006/relationships/tableStyles" Target="/ppt/tableStyles.xml" Id="R623135894fed45a1" /><Relationship Type="http://schemas.openxmlformats.org/officeDocument/2006/relationships/slide" Target="/ppt/slides/slide1.xml" Id="R14975a79d4a34b07" /><Relationship Type="http://schemas.openxmlformats.org/officeDocument/2006/relationships/slide" Target="/ppt/slides/slide2.xml" Id="R060aa820ac164625" /><Relationship Type="http://schemas.openxmlformats.org/officeDocument/2006/relationships/slide" Target="/ppt/slides/slide3.xml" Id="R07346e238f614ab3" /><Relationship Type="http://schemas.openxmlformats.org/officeDocument/2006/relationships/slide" Target="/ppt/slides/slide4.xml" Id="Rb1412e76a0b04f32" /><Relationship Type="http://schemas.openxmlformats.org/officeDocument/2006/relationships/slide" Target="/ppt/slides/slide5.xml" Id="Rf117134afad04227" /><Relationship Type="http://schemas.openxmlformats.org/officeDocument/2006/relationships/slide" Target="/ppt/slides/slide6.xml" Id="Rfb769a57940e427c" /><Relationship Type="http://schemas.openxmlformats.org/officeDocument/2006/relationships/slide" Target="/ppt/slides/slide7.xml" Id="R38a0aa6b7d5d4634" /><Relationship Type="http://schemas.openxmlformats.org/officeDocument/2006/relationships/slide" Target="/ppt/slides/slide8.xml" Id="R9d162b6e7906443a" /><Relationship Type="http://schemas.openxmlformats.org/officeDocument/2006/relationships/slide" Target="/ppt/slides/slide9.xml" Id="R25dcd1c731c4424f" /><Relationship Type="http://schemas.openxmlformats.org/officeDocument/2006/relationships/slide" Target="/ppt/slides/slide10.xml" Id="Rd84166b6f6c24931" /><Relationship Type="http://schemas.openxmlformats.org/officeDocument/2006/relationships/slide" Target="/ppt/slides/slide11.xml" Id="Re9d7b19cd8e146ed" /><Relationship Type="http://schemas.openxmlformats.org/officeDocument/2006/relationships/slide" Target="/ppt/slides/slide12.xml" Id="R3bb56b8960c8421f" /><Relationship Type="http://schemas.openxmlformats.org/officeDocument/2006/relationships/slide" Target="/ppt/slides/slide13.xml" Id="R9fc5a086f30e4a8e" /><Relationship Type="http://schemas.openxmlformats.org/officeDocument/2006/relationships/slide" Target="/ppt/slides/slide14.xml" Id="R0be02668e33b4e1f" /><Relationship Type="http://schemas.openxmlformats.org/officeDocument/2006/relationships/slide" Target="/ppt/slides/slide15.xml" Id="R67053d0eec48481c" /><Relationship Type="http://schemas.openxmlformats.org/officeDocument/2006/relationships/slide" Target="/ppt/slides/slide16.xml" Id="Ra5d3e26ea27f4ca0" /><Relationship Type="http://schemas.openxmlformats.org/officeDocument/2006/relationships/slide" Target="/ppt/slides/slide17.xml" Id="Rc64305bef76b4827" /><Relationship Type="http://schemas.openxmlformats.org/officeDocument/2006/relationships/slide" Target="/ppt/slides/slide18.xml" Id="Rc1f7c32a2f4b40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878b7b199f42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b5ac939ff54c6b" /><Relationship Type="http://schemas.openxmlformats.org/officeDocument/2006/relationships/notesMaster" Target="/ppt/notesMasters/notesMaster1.xml" Id="Rcbae5ca97e2b4b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a22ebe52e64cb8" /><Relationship Type="http://schemas.openxmlformats.org/officeDocument/2006/relationships/notesMaster" Target="/ppt/notesMasters/notesMaster1.xml" Id="R7316c4d6386c41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7564a279dc4c67" /><Relationship Type="http://schemas.openxmlformats.org/officeDocument/2006/relationships/notesMaster" Target="/ppt/notesMasters/notesMaster1.xml" Id="Rc51d7542afc746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c51f08ea6e44fb" /><Relationship Type="http://schemas.openxmlformats.org/officeDocument/2006/relationships/notesMaster" Target="/ppt/notesMasters/notesMaster1.xml" Id="Rc6eeec5a197d48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00546c2f334d70" /><Relationship Type="http://schemas.openxmlformats.org/officeDocument/2006/relationships/notesMaster" Target="/ppt/notesMasters/notesMaster1.xml" Id="R15ae300cf0e54c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837c37fff4a41" /><Relationship Type="http://schemas.openxmlformats.org/officeDocument/2006/relationships/notesMaster" Target="/ppt/notesMasters/notesMaster1.xml" Id="R7d00b3d19cf948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1da6a6fac04d65" /><Relationship Type="http://schemas.openxmlformats.org/officeDocument/2006/relationships/notesMaster" Target="/ppt/notesMasters/notesMaster1.xml" Id="Rd08ce471969c41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1e535edce54370" /><Relationship Type="http://schemas.openxmlformats.org/officeDocument/2006/relationships/notesMaster" Target="/ppt/notesMasters/notesMaster1.xml" Id="R9e8d1f15b5ad44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3fc1f5d8e14fb2" /><Relationship Type="http://schemas.openxmlformats.org/officeDocument/2006/relationships/notesMaster" Target="/ppt/notesMasters/notesMaster1.xml" Id="R4a5b506efe6042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720b7b39eb4d76" /><Relationship Type="http://schemas.openxmlformats.org/officeDocument/2006/relationships/notesMaster" Target="/ppt/notesMasters/notesMaster1.xml" Id="Rf544f0af34fb41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71f0546f6a4f41" /><Relationship Type="http://schemas.openxmlformats.org/officeDocument/2006/relationships/notesMaster" Target="/ppt/notesMasters/notesMaster1.xml" Id="R411943492fe447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ba93e054074c26" /><Relationship Type="http://schemas.openxmlformats.org/officeDocument/2006/relationships/notesMaster" Target="/ppt/notesMasters/notesMaster1.xml" Id="Rfe5c5df858a147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c76580d89744d7" /><Relationship Type="http://schemas.openxmlformats.org/officeDocument/2006/relationships/notesMaster" Target="/ppt/notesMasters/notesMaster1.xml" Id="R4b7820f2a88446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315a11cede4a7d" /><Relationship Type="http://schemas.openxmlformats.org/officeDocument/2006/relationships/notesMaster" Target="/ppt/notesMasters/notesMaster1.xml" Id="R72fbda1dfc3c48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5cfdd051ea47b1" /><Relationship Type="http://schemas.openxmlformats.org/officeDocument/2006/relationships/notesMaster" Target="/ppt/notesMasters/notesMaster1.xml" Id="R0fce308c71584b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44edca0eb14d6b" /><Relationship Type="http://schemas.openxmlformats.org/officeDocument/2006/relationships/notesMaster" Target="/ppt/notesMasters/notesMaster1.xml" Id="Re1737798b4f344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cf8f81d96f4c5f" /><Relationship Type="http://schemas.openxmlformats.org/officeDocument/2006/relationships/notesMaster" Target="/ppt/notesMasters/notesMaster1.xml" Id="R2d79e75939104e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9a13bec590444a" /><Relationship Type="http://schemas.openxmlformats.org/officeDocument/2006/relationships/notesMaster" Target="/ppt/notesMasters/notesMaster1.xml" Id="R18c763c8810246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cc5866d2946b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4eda70b8d649ac" /><Relationship Type="http://schemas.openxmlformats.org/officeDocument/2006/relationships/slideLayout" Target="/ppt/slideLayouts/slideLayout2.xml" Id="Rb646d32da87844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46d32da87844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5a9abef69440fa" /><Relationship Type="http://schemas.openxmlformats.org/officeDocument/2006/relationships/notesSlide" Target="/ppt/notesSlides/notesSlide1.xml" Id="Raffa73cb223942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f15dbaf5f4eae" /><Relationship Type="http://schemas.openxmlformats.org/officeDocument/2006/relationships/image" Target="/ppt/media/image.png" Id="R37e464c85eb44e19" /><Relationship Type="http://schemas.openxmlformats.org/officeDocument/2006/relationships/image" Target="/ppt/media/image.svg" Id="Rf8ab692f5dc14446" /><Relationship Type="http://schemas.openxmlformats.org/officeDocument/2006/relationships/image" Target="/ppt/media/image2.png" Id="Re00890dbaa904604" /><Relationship Type="http://schemas.openxmlformats.org/officeDocument/2006/relationships/image" Target="/ppt/media/image2.svg" Id="Rcca88e0121a84501" /><Relationship Type="http://schemas.openxmlformats.org/officeDocument/2006/relationships/image" Target="/ppt/media/image3.png" Id="R9e522743d6af4057" /><Relationship Type="http://schemas.openxmlformats.org/officeDocument/2006/relationships/image" Target="/ppt/media/image3.svg" Id="R9a608335be2441c8" /><Relationship Type="http://schemas.openxmlformats.org/officeDocument/2006/relationships/image" Target="/ppt/media/image4.png" Id="Rc21084819aa340c2" /><Relationship Type="http://schemas.openxmlformats.org/officeDocument/2006/relationships/image" Target="/ppt/media/image4.svg" Id="R6221237217d4462b" /><Relationship Type="http://schemas.openxmlformats.org/officeDocument/2006/relationships/notesSlide" Target="/ppt/notesSlides/notesSlide2.xml" Id="Rc8a1e3b10ab242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88ad2003e24a54" /><Relationship Type="http://schemas.openxmlformats.org/officeDocument/2006/relationships/notesSlide" Target="/ppt/notesSlides/notesSlide3.xml" Id="Rcac9cf317e2e43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16899c0734d39" /><Relationship Type="http://schemas.openxmlformats.org/officeDocument/2006/relationships/notesSlide" Target="/ppt/notesSlides/notesSlide4.xml" Id="Rd7a0d566ec264b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524040512b440e" /><Relationship Type="http://schemas.openxmlformats.org/officeDocument/2006/relationships/image" Target="/ppt/media/image5.png" Id="Rfe8ef13472c846df" /><Relationship Type="http://schemas.openxmlformats.org/officeDocument/2006/relationships/notesSlide" Target="/ppt/notesSlides/notesSlide5.xml" Id="Rb266de494c4e4c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c0834bd6b74d7a" /><Relationship Type="http://schemas.openxmlformats.org/officeDocument/2006/relationships/notesSlide" Target="/ppt/notesSlides/notesSlide6.xml" Id="R385063a2935f43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9cffe52f44a3e" /><Relationship Type="http://schemas.openxmlformats.org/officeDocument/2006/relationships/notesSlide" Target="/ppt/notesSlides/notesSlide7.xml" Id="R51e1f5e5a75f4f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d6577375e54959" /><Relationship Type="http://schemas.openxmlformats.org/officeDocument/2006/relationships/image" Target="/ppt/media/image6.png" Id="Rc84fbf38dbd6455c" /><Relationship Type="http://schemas.openxmlformats.org/officeDocument/2006/relationships/notesSlide" Target="/ppt/notesSlides/notesSlide8.xml" Id="Raf24227219e34c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4c9d570cf4e9c" /><Relationship Type="http://schemas.openxmlformats.org/officeDocument/2006/relationships/image" Target="/ppt/media/image7.png" Id="R741b1489ee16400f" /><Relationship Type="http://schemas.openxmlformats.org/officeDocument/2006/relationships/notesSlide" Target="/ppt/notesSlides/notesSlide9.xml" Id="R873168b8021a48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fc9eabc73b4c01" /><Relationship Type="http://schemas.openxmlformats.org/officeDocument/2006/relationships/notesSlide" Target="/ppt/notesSlides/notesSlide10.xml" Id="R39ad9a6253b640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4c181b7c64f68" /><Relationship Type="http://schemas.openxmlformats.org/officeDocument/2006/relationships/image" Target="/ppt/media/image8.png" Id="R8e1bdf87874d412b" /><Relationship Type="http://schemas.openxmlformats.org/officeDocument/2006/relationships/image" Target="/ppt/media/image9.png" Id="R0ae25f3f2b604975" /><Relationship Type="http://schemas.openxmlformats.org/officeDocument/2006/relationships/notesSlide" Target="/ppt/notesSlides/notesSlide11.xml" Id="R289d666c207441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20965024447e7" /><Relationship Type="http://schemas.openxmlformats.org/officeDocument/2006/relationships/notesSlide" Target="/ppt/notesSlides/notesSlide12.xml" Id="R22c462d410b444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3cc23ef9d14a0d" /><Relationship Type="http://schemas.openxmlformats.org/officeDocument/2006/relationships/image" Target="/ppt/media/image10.png" Id="Rbbbab28e6537446d" /><Relationship Type="http://schemas.openxmlformats.org/officeDocument/2006/relationships/image" Target="/ppt/media/image5.svg" Id="R6359386e41e7422f" /><Relationship Type="http://schemas.openxmlformats.org/officeDocument/2006/relationships/image" Target="/ppt/media/image11.png" Id="Ref4382f4049b4375" /><Relationship Type="http://schemas.openxmlformats.org/officeDocument/2006/relationships/image" Target="/ppt/media/image6.svg" Id="Rf261e59caca0448d" /><Relationship Type="http://schemas.openxmlformats.org/officeDocument/2006/relationships/image" Target="/ppt/media/image12.png" Id="R974ef812dec84642" /><Relationship Type="http://schemas.openxmlformats.org/officeDocument/2006/relationships/image" Target="/ppt/media/image7.svg" Id="R609950a26f3d4c7a" /><Relationship Type="http://schemas.openxmlformats.org/officeDocument/2006/relationships/image" Target="/ppt/media/image13.png" Id="Rd182d9b5109c4c79" /><Relationship Type="http://schemas.openxmlformats.org/officeDocument/2006/relationships/image" Target="/ppt/media/image8.svg" Id="R91dbf8e3d6fa499e" /><Relationship Type="http://schemas.openxmlformats.org/officeDocument/2006/relationships/image" Target="/ppt/media/image14.png" Id="R6e2de6495ccd40d7" /><Relationship Type="http://schemas.openxmlformats.org/officeDocument/2006/relationships/image" Target="/ppt/media/image9.svg" Id="R0f8ab3729ae34de0" /><Relationship Type="http://schemas.openxmlformats.org/officeDocument/2006/relationships/notesSlide" Target="/ppt/notesSlides/notesSlide13.xml" Id="R11b27410265842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f0c7ac858446ea" /><Relationship Type="http://schemas.openxmlformats.org/officeDocument/2006/relationships/notesSlide" Target="/ppt/notesSlides/notesSlide14.xml" Id="R3f558fc4310d4d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40195d7bb54180" /><Relationship Type="http://schemas.openxmlformats.org/officeDocument/2006/relationships/notesSlide" Target="/ppt/notesSlides/notesSlide15.xml" Id="Rd0a0336175e742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1c73ce35be4200" /><Relationship Type="http://schemas.openxmlformats.org/officeDocument/2006/relationships/notesSlide" Target="/ppt/notesSlides/notesSlide16.xml" Id="Ra5bba3a4d0424d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a05d1cfe1e4242" /><Relationship Type="http://schemas.openxmlformats.org/officeDocument/2006/relationships/notesSlide" Target="/ppt/notesSlides/notesSlide17.xml" Id="Rde8b76b5560340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10ec7931e446fb" /><Relationship Type="http://schemas.openxmlformats.org/officeDocument/2006/relationships/notesSlide" Target="/ppt/notesSlides/notesSlide18.xml" Id="R4e6ab913f03347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669627-CCA5-4FCC-AA7B-6CB78D99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C7D85-6907-45D9-8333-136470CF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B51F9-8751-4F29-A33C-35DC7301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4743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C7D49-2DCE-43C0-A247-0C7DF3EC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AE6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AE6FD"/>
                </a:solidFill>
                <a:latin typeface="Aptos"/>
                <a:ea typeface="Aptos"/>
                <a:cs typeface="Aptos"/>
              </a:rPr>
              <a:t>MTENDERE ADMIN MANAGEMENT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D1173-4860-4AB4-8366-0998515F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Events and Partners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95276-B75F-48CB-A700-0DA18C8A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52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3F0"/>
                </a:solidFill>
                <a:latin typeface="Aptos"/>
                <a:ea typeface="Aptos"/>
                <a:cs typeface="Aptos"/>
              </a:rPr>
              <a:t>Enterprise operations module for event lifecycle control, registrations, stakeholder CRM, sponsorships, media, analytics, documentation, and executive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DCD47-6F0B-404C-A7DE-6FEF07F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1ED6C-9B9E-4131-AF33-9E1D1D11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Production-ready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E6F08-8D3D-4B3B-995B-44E86807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09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E8758-5567-4617-9339-F3627D50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RBAC protected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EA844-8C07-4EB6-8989-202CA22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40815-D520-4565-B252-03ADABD5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576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Public integrated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17FC4-A89C-412A-AFCB-E423869D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83582-96DC-45BF-BE1C-A842C2E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9C43F-EC31-4843-B9F0-49B385DF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01F29-3F58-4D6D-A825-96CCDF15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new operational domains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1BC0D-7B5D-481A-BA28-3C27C5D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FC6AB-10E9-4735-843D-9C598DC7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B401D-8C16-4A8C-B0FD-EA84962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20+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21B15-3E69-4B95-A3A4-6CF8AAD6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435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workflows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1BE3B-D78A-4975-A421-057593CD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3B58E-AE45-4BDA-85E4-B4FC1D1A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A9B4A-240D-4E5C-97FC-DE57672A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006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61B61-4265-48CB-BA6D-706A972E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unified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476B4-6F2B-42AB-BB1B-97F6ABEC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9144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B60E8-ABEA-4C72-BCA1-B53670B4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9144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D2899-5C14-4FCA-A32E-24B7CF5A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477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7600A1-1639-4C51-A97E-A16171D8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144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Events, partners, reports, CRM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56193D-18FC-4EBE-888F-8E18D72F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F46524-7D88-4FF3-BFD5-A37DB864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718C1D-B8ED-4049-B820-DF8156B4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8D9FCC-2558-43DD-A848-5BD1FD85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Validation, exports, notifications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3B5B2-69A3-4310-A021-FE152E3C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A9F69D-87E9-4C17-BDE8-6D52FC8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337ECB-F168-413E-BCB2-554A6B7B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528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AFBC5D-9197-484B-8F5A-6EDAD7C9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Pages, registration, showcase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A0818E-DCAE-4076-B984-497665E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764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736AA-E309-4B56-AD86-B10260D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477544-7D85-4B79-A0F2-92D8E443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8D02CB-62F4-4A71-A045-1BEF95F9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49171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EE7DA-C919-4283-B2D4-61553E7E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C57A7-24CA-4B40-80E5-0F2330EF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658C7F-D376-4F59-A189-A8F90822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12A70-41ED-443D-9AB3-49ED7E14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From admin panel to operational ecosystem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9C6F1-4D3E-40C8-B740-7B1C926A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implementation changes the platform from content administration into a connected operating layer for programs, partners, participants, media, and reporting.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B03C1-4C5E-4FF3-84BD-B4F52BA9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E85F5-BF35-44A7-A673-5C03839B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464c85eb44e19">
            <a:extLst>
              <a:ext uri="{96DAC541-7B7A-43D3-8B79-37D633B846F1}">
                <asvg:svgBlip xmlns:asvg="http://schemas.microsoft.com/office/drawing/2016/SVG/main" r:embed="Rf8ab692f5dc144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24D71-7139-4618-8D27-8C14EA4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Event 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E75CD-2A76-4F43-9654-5E3660FA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Create, publish, register, approve, check in, report, archive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817EA-B961-424A-9042-9A762228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5893E-C5E4-4327-B66A-5CD56C90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072D9-A37D-4E8A-8F9E-A29003D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96CA9-7A12-48F3-B863-452D2BA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890dbaa904604">
            <a:extLst>
              <a:ext uri="{96DAC541-7B7A-43D3-8B79-37D633B846F1}">
                <asvg:svgBlip xmlns:asvg="http://schemas.microsoft.com/office/drawing/2016/SVG/main" r:embed="Rcca88e0121a845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380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785EB-383F-4E06-8183-7350C36D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718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Partner CRM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CCF26-CDA8-4BC9-91E9-5C8A5AF3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Profiles, tiers, agreements, activity, renewals, contributions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6CD9C-8A59-4EA5-A428-BC88B732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B642F-110E-416D-B68B-DD72CF46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80659-11CC-47CA-8D15-BDDE803D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5C700-E431-45B2-A057-D291E34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22743d6af4057">
            <a:extLst>
              <a:ext uri="{96DAC541-7B7A-43D3-8B79-37D633B846F1}">
                <asvg:svgBlip xmlns:asvg="http://schemas.microsoft.com/office/drawing/2016/SVG/main" r:embed="R9a608335be2441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19406-DE4B-40F2-A612-F2492408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 conversion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5C75D-1CEC-43CA-AA9D-FAE60EFA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Events, registration, tickets, partners, opportunities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092AB-FB99-46B7-8DD1-C0AE621C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F30EA-75F3-4084-9E5F-83028BBE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C40B5-5FB6-4CE3-90C3-61ED4B9A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AAF2A-7236-46A2-954F-DD8546B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084819aa340c2">
            <a:extLst>
              <a:ext uri="{96DAC541-7B7A-43D3-8B79-37D633B846F1}">
                <asvg:svgBlip xmlns:asvg="http://schemas.microsoft.com/office/drawing/2016/SVG/main" r:embed="R6221237217d446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3B0ED-7699-443C-B9EB-1DB70C23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FD5A7-F6FC-4FF0-91D4-16020256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RBAC, validation, audit, media, documents, exports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91E4F7-1FEB-4E9E-B9C6-E3D74BB9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672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49D399-5373-4A58-8E59-7230AE4A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672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91B270-2CDA-40AA-8C22-54CD39FF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3D7353-3FC2-4334-9F9E-3DFAC69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49088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0B36D-440D-48C6-837A-ACB4BBD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DA66D-5164-4C64-AD13-4A462C5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CAF099-34BB-4128-8B18-3E2B882D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SYSTEM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AE5C4-A6F2-4765-B489-C0516011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One control plane, two public growth loops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18002-7FBB-4C81-ACD0-1C9B48FA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 operations, public pages, registrations, partner workflows, media, and reporting now use one data model and API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C487C-24D6-43B2-AD52-5AE3219F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1533C-C70E-4D7A-B9FF-9706FD07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Express + Drizzle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87812-9E71-4FC7-B113-D916F3B4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Validation, RBAC, storage, exports, notifications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4347C-0A68-47A5-9F86-A3CC664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245AE-0224-478E-B1AE-6B5CB81D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4F758-5579-43B7-AA6D-6AEC41A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EF534-3EB3-4D62-BB5F-F7A57E4F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11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Lifecycle, registrations, check-in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E5A39-170A-4CB8-811C-3E45E0B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0C74A-3AA7-4B9A-825F-F837BA5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B3563-64DD-4F50-8FBF-E182DFC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Partners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4A3FA-FC99-4F74-8D62-6D254194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11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CRM, documents, contributions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F0427-1D72-44BB-8C96-82C641C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333AA-7036-4BB7-8788-F5D97478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D6BCB-2E48-4ED6-BF28-D65094E7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2E30D-03C6-4007-BE4E-A3CF7142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11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Listing, detail, tickets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E2DC3-E228-4DEF-8022-E0CE13B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0AF24-8F09-4A13-8BA3-CB929744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49A4E-EC7F-45DE-95DE-E872C166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 Partners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68922-FCD8-4DD8-B695-FB8CD8FE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76750"/>
            <a:ext cx="211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Showcase, opportunities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85CE1-737B-4418-A3A4-C66BFF39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6E957-6335-4E32-BCE6-7D5331B1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4CF7EA-222D-44BF-A79C-5B5BDE76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720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097876-F064-40D0-A3FB-7F41224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Events, registrations, partners, sponsorships, media, permissions, webhooks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0E2A1-94CA-4625-930B-0990ADB0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4B35C-6D6C-4E8D-A327-A31F9A5F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C00F01-F5F4-48BF-B6AD-6B992335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5C56F1-5A0F-4FB3-9E6A-B7C7568A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6AD4C-0F70-48EF-B725-A605B30C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86150"/>
            <a:ext cx="28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967B05-5DF0-42ED-926C-A52810C2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D22D8-C571-4F1C-B442-582FB12A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77662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6510AE-005A-4EF6-BE08-FB5604D8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2D382-1FA9-4B98-9268-0F84C071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AC952D-8D64-4726-B9A0-57C3C0F2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80A2-AC3F-4A23-98FC-0A5BD693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platform is layered for scale, governance, and future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B2468-D4A7-4421-A179-99C5C63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layer owns a clear responsibility, making events and partner workflows extensible without breaking existing content systems.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21C69-8636-4262-8DA1-0886113A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D2177-71E3-4057-83D2-F5775D69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3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B4D4E-4340-4939-AFBE-029645AD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0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10FF4-7803-488D-B6E4-D2C88441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Standalone Admin app, public React pages, responsive partner/event surfaces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44E76-80BF-4958-B727-8772B86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0FC71-BC10-4C6F-968A-4F4CA847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3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79307-7911-4FD7-86CA-B86210D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5455F-2B4D-472F-97AC-3A4E98B6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956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REST endpoints, Zod validation, RBAC guards, exports, ticket and CRM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D0C77-D442-44CA-ABA1-07217491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C80B9-6A58-4278-9D61-F9B78FE7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3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EA594-C1C4-48B0-8B17-7E88CF1A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and media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4BC67-7F9F-45FD-9903-1F0E30F0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Normalized tables, governed images, documents, analytics, webhook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1BA98-B4E5-4912-8F62-C526177C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937C4-30DA-4357-890B-624BDF2C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3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060CD-748D-499B-97FD-25746697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29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B6547-E61E-4C1D-95E2-00B58DF7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Email confirmations, status updates, onboarding, AI-ready reporting hooks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A99DF-827D-4A3E-A5B3-3018149B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717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D41F2-CB0C-4ED1-960B-11AB1F7E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571750"/>
            <a:ext cx="285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EF7D9-63F5-4196-837F-972DC45A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435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0E927-67E6-465D-AFBD-35DD13F3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7340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Cross-cutting: audit trail, security, observability, backup, CI/CD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9DFE2D-55FA-45F2-A467-54E2EDE5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B2D12-23FB-492F-BB4B-DA546C0D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2327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1B3FF-433D-4F76-8722-A2C4BD57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AD702-619D-4253-B65F-37862CEE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F6D516-1815-4EF2-9AB0-6C738111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ADMIN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30419-8A30-4697-A1E7-12CA3251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Events operations are now controlled from one command center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2C05-55D1-4D69-A7B3-9931261C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Admin module brings lifecycle status, registration workflow, analytics, automation, and export controls into a single responsive 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7A4D0-81BA-4273-815D-3FAFDBD7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7391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FB9D7-CF67-4062-9401-731863EE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 Events Management System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ef13472c846df"/>
          <a:srcRect xmlns:a="http://schemas.openxmlformats.org/drawingml/2006/main" l="0" t="13053" r="0" b="13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247900"/>
            <a:ext cx="7239000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8CAF7-D0B9-47A2-9DA6-9CB75251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D8B9D-F873-45C0-8CF3-9E0B9499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Lifecycle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2EF93-350E-441C-808F-CC40D5B6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Create, edit, duplicate, publish, archive, and safe delete.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486F8-90E3-42E7-82CE-B8535516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B374A-2F47-4D16-AF8F-ED77C8C8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Registration 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7DA8E-775F-493A-AFAF-CD4E0AD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Approval, waitlist, check-in/out, QR ticket and exports.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5EC66-EDA3-4960-A707-96A210DA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0E2B9-5F04-4604-B038-B4946E8F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Reporting surface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A37D3-192B-45A3-8CA7-C91AAE7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JSON reports, KPIs, attendance and revenue readiness.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DF3D3-2538-4C37-A8C8-E1DE5ADC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C6460-E897-44CB-90D4-D096C63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06239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DA9B41-D13E-4E07-8FF3-2CFAD4D4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5F1A4-28F1-4D53-92D3-F015BDEA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418349-D8D4-4B1D-8A0C-AAD99F27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EVENTS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4A2E8-B8F2-4E2D-91AC-7DBE6BFB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Event management covers content, commerce, people, media, and SEO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25A77-0E22-477E-B107-5E97407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form and APIs support the operational fields expected by conferences, NGOs, universities, and government programs.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87093-41FC-4C73-A322-ED16D4EC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5451F-1B5D-473E-8CBC-121A3271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5CFF1-1D3C-4C1C-91E1-CA5FA9B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Publishing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50892-4BE8-4168-8108-C8EA0709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title, slug, content, category, tags, status, featured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CC681-2109-462D-9F3E-44D34B9E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D971D-D8AF-402E-91C4-1835A1F7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7E0F2-D466-49DD-A385-F3305C96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0564F-FB2B-42CB-B056-E13D539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physical/virtual, organizer, maps, dates, deadline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69DB0-710E-4E71-A316-8ABD4120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33649-753A-4D0E-A3FC-AFD4173C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52A82-4389-4B88-8612-66442524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Registration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E3CBD-C078-4A91-9276-C6906CB6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capacity, RSVP, approval, custom fields, QR tickets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F4BD2-1EA5-4827-99DF-477486BD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91ED3-E161-4012-9706-8D4B253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26478-F050-415D-8792-C5D23B7E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317EE-1640-4FCD-B6C5-0FC5D9EB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ticket types, pricing, currency, revenue tracking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B6576-1CBF-4906-AA2A-1074629B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3DB753-98A4-47D1-B476-6256B22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3D2BA-8488-4813-872D-3F7947DF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Program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8B63E-18DA-4875-8A77-9C66A5C6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speakers, sponsors, partners, agenda, attachments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E3A70-12AA-4615-9679-E36C4BD0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C9C12C-5C43-45B7-AC52-0ACF9375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49B78C-E94A-481C-8EEB-CE26A2AA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AB5FB-448A-4185-8915-5616610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95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SEO metadata, social metadata, recommendations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DC232E-ABCA-4416-89AA-ED3F6476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 lifecycle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130208-9CE6-4FB7-91DF-D55B68BD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43525"/>
            <a:ext cx="619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E5608-64F8-4085-8A09-DD26F169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43525"/>
            <a:ext cx="619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EE88C-111A-41CC-AA41-0DA7607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00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Public registration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FFA240-65EC-4916-93EE-CECB7932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629275"/>
            <a:ext cx="619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EAD840-28FC-43F0-8E2D-4B65AE6C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629275"/>
            <a:ext cx="53244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06AD83-BAFB-4543-A9D6-B7BC4115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86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Reporting readiness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20712E-985E-4F25-B780-EFB0966F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915025"/>
            <a:ext cx="619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7978AD-E7D9-458C-A728-20A9DE0F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915025"/>
            <a:ext cx="4829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F75EBF-8CFF-4CF8-B147-D2BA8BE9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DA9DC5-B1F5-45D0-B7DA-6F293EF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14139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C4922-B4EB-4FB0-AAA1-C429B79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0B2AE-2A42-4F12-9C63-2C03E608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EBC57A-B731-424E-B282-816DA803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REGISTRATION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E20F2-6623-4571-A09B-6B1E599D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Registrations move from public intent to verified attendance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A8B9E-52F7-45DF-BCA2-6FE7D82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workflow supports custom fields, ticket types, waitlists, approval, email confirmations, QR tickets, and check-in/check-out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2826E-43FB-43A4-91C6-F4E2F8F7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32F86-C2E6-4CF1-9D24-26419EA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FEF3C-9836-454A-9F6E-81B1290C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A4704-2E43-4DA8-A110-4C738418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Dynamic fields + ticket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674FB-8F2B-4A9A-9003-397652B6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D1438-EEFB-4BFD-B3DD-B2FDD889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FB04E-92B8-4EE9-A1EC-72C0E074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761FE-E5FB-4A0A-A118-A57D931E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8B6FC-6F3D-4193-BDD9-51FF3E13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Capacity, deadline, required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BC4F6-27B4-4545-8E96-5032DD7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B2EEA-F03D-4B21-9B2C-892DD7B1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E1B0B-1781-4399-B367-C69737AA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0A8CD-1475-4998-B5A2-049B953D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4D599-3102-4254-86EE-CD05151C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Approve, waitlist, reject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E6E36-AC8F-415A-B68F-B143E2CE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34157-7D86-4106-BA4A-9B141342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B52F9-1B35-469A-A1D9-F6E300CE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D4CF9-C2D1-434C-A1DC-E3DA550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0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1F088-02B5-4EB2-BDB8-056668CD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670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Code, QR payload, email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E2718-4C75-4D28-BC3C-2002673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95DDE-6907-4889-A5D4-4F0135A6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2813E-ECC7-4ED9-8F0E-32F5175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632BC-3F5F-48F9-AA25-588302D1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0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D8B11-4B78-4F4D-8DBA-C106A881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Check-in and check-out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9F27A-43DA-408B-A611-661F6B22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705B5-6F23-458C-924C-0B2700A3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FE0DC5-493C-45AE-BFCB-48A1EBB2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CSV/XLS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17DA3E-A253-4774-9C7A-608BD40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Registration export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8E04F7-9A24-4407-A765-AA3FF277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148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31D049-9B58-4862-B410-CA42B334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F6243C-110D-43EE-BF4C-DF40DE53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863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C6433E-EE5F-4E6B-ADAA-FC1D1055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292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Badge and ticket readiness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58F3AB-C0A8-42D3-BC19-69D89140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370347-AE11-4D33-BF5F-A9C479C0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8B88F8-2437-4E9F-8AE7-4971AC9D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Realtime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34BF11-2A99-4874-BDAE-8291943E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292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Attendance analytics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90A031-4F46-4381-9087-9197C2D2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B57AF0-0169-4BA3-8425-C866BBAC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23764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312DB-57AA-4B12-8EE7-BB4178B7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37DC4-2BA7-4E8C-9210-0035821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0706F1-4457-4930-A357-281F6AE9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PUBLIC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EE197-F11A-4B5F-ACCB-0806DD0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Public pages convert event content into registrations and engagement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89C8B-B7BB-4D33-8716-77C1C6EB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Users can search, filter, register, save, share, view agenda, speakers, gallery, attachments, partners, and related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66EA5-F50D-47C1-A57B-25EF64E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70104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5C423-8075-43C1-9CEE-1ACBA090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Public events listing and filters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fbf38dbd6455c"/>
          <a:srcRect xmlns:a="http://schemas.openxmlformats.org/drawingml/2006/main" l="0" t="9000" r="0" b="9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90750"/>
            <a:ext cx="685800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88E9E-BC97-465C-B341-F2320CB4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78997-0E1E-45E0-BB10-FB1194C4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2997B-C149-473F-8067-1E6ABC9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Registration dialog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B0A5C-FF1E-4193-9CC0-26C4FAD7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Ticket-aware form with dynamic admin-defined custom fields and confirmation ticket URL.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77275-21A1-4D91-A7EE-D75B50C7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D430D-1081-4EE5-B1CB-F8401B7C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ED7A9-7E1C-4546-AACD-C46E8B69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Detail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0B22E-8490-44EA-A18F-D4DB4469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2686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Agenda, speakers, venue/map, ticket options, partners, gallery, attachments, discussion.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6A2EE-C6C1-4995-A29A-C2DE4AFB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E47E2-05F2-4126-8099-DA691D93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AA33E-3717-4527-A247-DF259DC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244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144C8-133D-4060-AE2D-9CFBB108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91150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Views, shares, likes, comments, saved items, recommendations, and related events.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707E0-C341-4A8D-8792-61A8E0A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22EFC-0BB1-4A15-9BD5-F183F8E0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29013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67109-5FDC-488D-85F4-F5BF8F3B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57206-6911-41B9-9F0B-1D606783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A24CDE-3FFE-48C7-A7D8-BA43F680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PARTNER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63D37-CC72-4E61-A80B-8B0CD5D5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Partner management now behaves like a stakeholder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A400A-5B91-446A-82D0-8D89C3DD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Profiles, contact data, sponsorship tiers, documents, activities, reminders, and contribution records are integrated in the Admin workspace.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0D775-4E6B-4092-9CFE-D9DA9666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7391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FE296-5DFC-42A0-81AB-63AF923F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 Partners CRM workspace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b1489ee16400f"/>
          <a:srcRect xmlns:a="http://schemas.openxmlformats.org/drawingml/2006/main" l="0" t="13053" r="0" b="13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190750"/>
            <a:ext cx="7239000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80521-5F8C-40F9-9517-C7CF44BE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C02F2-1DD6-4AFE-A873-B19CFAF5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Profile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FF6AF-21E7-468D-B241-71025BE6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479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Logo, cover, contact, status, country, category, tier and public visibility.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D49FF-3FD1-4322-ACEE-5FFACB91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39BE2-B8FE-4828-9876-F943F2E3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Relationship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1149B-9B40-405F-85E8-2E50180B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Meeting logs, timeline, follow-up reminders, internal notes.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D2AAE-4117-48A3-8448-5017CCF4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7C982-2F2A-4F53-BA69-D459F32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290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Commercial tracking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7707A-0ECD-42A9-9A54-7BCB1D8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95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Sponsorship tiers, agreements, contribution records, renewal alerts.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9F521-26FC-4064-A3C7-550D472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39483-BE01-4054-A853-92A0CA8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14006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5738DF-2FB7-49BA-9827-83592AC8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EFEC4-AD8E-40AC-8B3B-6C99C041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1A66508-AF8B-4F0C-B679-B4A8DC3D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PARTNER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9A26B-DE1B-4B1A-A2DF-D500E19C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CRM loop turns relationships into governed collaborations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1F529-8B21-4F17-AA00-F798784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partner can move from prospect to agreement to activation to reporting to renewal without leaving the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C475C-960F-49C6-81E4-2222B12F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5E77F-C7B5-494F-B2AA-4A04CAA2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CDC62-C4A5-4210-972E-FAF73FE5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Prospect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836B4-6532-425C-9202-E3078B1F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Qualified 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1CDED-51D3-4310-ABF4-98DE0AFF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19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6FB5C-59FE-40FD-A3A6-8B22554E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193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9EFEB-9954-48C7-9905-73553C29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AEA5D-A4A6-435E-A308-9229F0A8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CRM identity and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6ADCB-51D7-449B-B9E9-40CE5200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78BB5-ED77-4AA8-93C5-D803A40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000D7-8E50-464F-8076-AD739BB3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Agreement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7144E-9579-4C82-8CFD-1B968449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Contract and 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54E45-3A85-47CE-B58B-93FF2B32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60A19-A445-4AAA-BEE5-B62617E8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670F6-7E2B-4492-9780-42B05E4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23528-C952-4DF6-9ED2-16F0855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Events and opportunities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10173-87E9-43AF-8681-A2EE859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E7D73-DFF8-4561-95B3-C387ECF7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B8B6C-459F-4A59-A2F9-EACCA288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0FBFB-2878-4D77-A5D0-CE198603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Metrics and value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C94347-A41E-4365-A1C4-4F6D3B02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B0EB0-91F9-47E6-B37E-0B34D3F2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7AB6CC-820B-4347-BCD9-84FE1AE2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Renewal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61F79-75B8-4002-9E32-F1BDB6CF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Expiry and expansion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470F2F-EB17-442F-9179-8EAB91F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0987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A9B4B9-9B98-4227-9DE7-5BE895E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987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5F4E75-60BC-4C13-BDAD-12FBB66F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385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5EC398-FAE9-4012-BFEE-19A87C13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385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1BD027-9CA4-4A1A-985E-CD4C7A1B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385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D21CD4-4D18-4C4C-AD99-7959DE0D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BD3C04-11A9-41E4-A7D6-13112585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04046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EE4B8A-F004-4189-95B9-C6304607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E83F5-AEB0-4B3B-9ED5-CB59391B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C94083-17DC-4CC7-98AA-E86B6210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PUBLIC PARTNER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17ADF-09E8-48FC-BAD5-45DF3A9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partner network now has both showcase and collaboration demand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16DB9-732F-49D4-BABB-0647B27E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Public partner pages support discovery, credibility, detail exploration, and a dedicated partnership opportunities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87738-570B-4303-8167-67D0D7C1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1054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10C37-F19B-4C3E-80F4-3C0482D0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Partner showcase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bdf87874d412b"/>
          <a:srcRect xmlns:a="http://schemas.openxmlformats.org/drawingml/2006/main" l="0" t="1538" r="0" b="1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09800"/>
            <a:ext cx="4953000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137CB-714B-44D9-92A5-83ED008F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51054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B2D23-CC6A-4E07-8DD8-802D73E2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Partnership opportunities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25f3f2b604975"/>
          <a:srcRect xmlns:a="http://schemas.openxmlformats.org/drawingml/2006/main" l="0" t="1538" r="0" b="1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209800"/>
            <a:ext cx="4953000" cy="3333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C8500-3494-4588-B6F5-32443D99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1098E-565C-426E-9AAC-B9028EB7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66661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E3DFC-4D59-4E9F-A870-13D9244C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CF396-A41A-427F-A4BC-45A987F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BC6216-3104-4CE4-8CA7-36AEC0C3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D1497-A208-4CEC-B14E-1877E04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Dashboards connect content activity to operational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42395-C9E5-4946-8A4A-4D237441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Events and partners contribute to global admin KPIs, content charts, registration analytics, sponsor visibility, and downloadable reports.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F4867-B9CD-4F40-8A9C-16416A94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0F5DD-3C5C-4661-B03B-01F0E7A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89108-1FE3-4867-8E8C-77D22D66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A80F8-CBDC-4A17-AED0-9F674E01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066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Lifecycle and registration KPIs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1A609-312D-4312-86E6-E67DA17D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0C318-5C98-490D-9C42-02DF7B89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7BD1E-58D7-481D-BE7B-F18817B0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051CC-ED26-4CB1-9C04-1B9D4CDB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2066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Tier and contribution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F8511-857B-450B-8FDA-E2C6D74A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531D5-98E7-4768-BE63-DFE0CF29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A3247-9A05-4F22-9B94-047DA8D7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FC79E-8C7B-49CC-A996-8AFF48F8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066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CSV, Excel, JSON summaries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C4AB5-3CFF-4234-8C53-0A9E60D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B2526-9223-4E7A-B4B0-2B31434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1326E-175D-42CD-BAEF-10F097BA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547AD-E0D2-4914-A754-D2D6C133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2066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Activity and engagement logging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7DED6-85BB-42D9-A039-04918741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1940"/>
            <a:ext cx="66675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AC03F-438E-4AF9-ACCE-001E6200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95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A01C8-E949-46B8-9775-B606D422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274820"/>
            <a:ext cx="66675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00497-ED2A-4FDC-B571-819F1658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295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07522-0127-4B2A-9FF0-3B324D89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4840"/>
            <a:ext cx="66675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BFD7D-C928-40B4-B49B-5109FEA7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95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Attend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103A5-B124-425D-A253-74E37463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594860"/>
            <a:ext cx="66675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E8607-7E48-4022-A126-B9F350FF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295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Sponsors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EEDC93-FCE8-42CE-BED6-A01BA061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32020"/>
            <a:ext cx="66675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56C34-287E-4672-88DA-CF4252B9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95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Renewals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C8BDD6-D972-43F8-AD6B-1FC5EDC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64357-EA90-4EE0-AA80-E3C1EE3F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Operational signal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746AA2-BA8C-4153-AEAE-374E0E15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D7DBAF-D3F7-4E21-9089-0295DA4F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28203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E4330-52C3-47F2-987F-D69E4C0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9BADC-8E81-42A7-9A8E-3832295A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AFDB00-5F16-4E80-971D-21290CA8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3C908-7E1C-43E4-A60C-227AB9C8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Workflow power is protected by validation, RBAC, and auditability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0CD74-F1FA-4756-82C1-82942A5E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implementation adds security controls at input, route, storage, file, reporting, and notification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96375-6A1F-4A27-8248-1FDED5B3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ab28e6537446d">
            <a:extLst>
              <a:ext uri="{96DAC541-7B7A-43D3-8B79-37D633B846F1}">
                <asvg:svgBlip xmlns:asvg="http://schemas.microsoft.com/office/drawing/2016/SVG/main" r:embed="R6359386e41e742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667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F4DD5-1E01-48C3-A096-86707CDC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D85C5-F9B6-4346-B31D-8072E9F3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viewer, editor, admin, super_admin route gating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E1E90-1A48-42AC-B986-0CCBBF3D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71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382f4049b4375">
            <a:extLst>
              <a:ext uri="{96DAC541-7B7A-43D3-8B79-37D633B846F1}">
                <asvg:svgBlip xmlns:asvg="http://schemas.microsoft.com/office/drawing/2016/SVG/main" r:embed="Rf261e59caca044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19425" y="2667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22D30-2F28-4205-9EFF-62DB3A4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89ACD-750B-4433-8499-0712811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480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Zod payload checks and typed schema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7FD37-BB65-4BB8-AF02-C2A09C09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ef812dec84642">
            <a:extLst>
              <a:ext uri="{96DAC541-7B7A-43D3-8B79-37D633B846F1}">
                <asvg:svgBlip xmlns:asvg="http://schemas.microsoft.com/office/drawing/2016/SVG/main" r:embed="R609950a26f3d4c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62550" y="2667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1B13D-726B-4182-B996-0BF9E434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2E432-85F7-40E4-BB40-D3FE95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480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module uploads, asset governance, document access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36896-3CFF-4E73-80E4-5ADCBD4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71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2d9b5109c4c79">
            <a:extLst>
              <a:ext uri="{96DAC541-7B7A-43D3-8B79-37D633B846F1}">
                <asvg:svgBlip xmlns:asvg="http://schemas.microsoft.com/office/drawing/2016/SVG/main" r:embed="R91dbf8e3d6fa49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05675" y="2667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BBCD0-63E8-4098-8BD8-33692434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63EFE-9A05-46A1-80F3-09A957DC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480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authenticated admin endpoints and safe public reads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1E215-6DCB-4EE8-82BF-83721344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de6495ccd40d7">
            <a:extLst>
              <a:ext uri="{96DAC541-7B7A-43D3-8B79-37D633B846F1}">
                <asvg:svgBlip xmlns:asvg="http://schemas.microsoft.com/office/drawing/2016/SVG/main" r:embed="R0f8ab3729ae34d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48800" y="2667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0A0F2-0D25-4814-81A0-8575F5B7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74EB8E-A4AA-4980-9CE3-DFE241C1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analytics, admin activity, engagement and export traces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311C2-EFE2-48E7-B78A-65F3E03C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409C4-B3E6-4CE6-9AA5-D1FABE62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1015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Production hardening path: HTTPS, CSRF for cookie sessions, WAF/rate limits, signed private document URLs, structured log redaction, backup drills.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CFE16-461C-4B23-92E4-C5135BC3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7DD3C-C2F1-4E04-AD5D-A67C5B01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013256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526EC-A092-4DA8-8BDA-3AE92D7C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152E8-31C7-4ECC-A779-D33DC3F9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FF07B88-9C5E-451A-9120-5ACBB7A8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DATABASE AND APIS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8B70B-C064-482E-851B-BA9CF2F2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Normalized schemas make the modules scalable beyond template CRUD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2168F-D930-456A-977B-186FA660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Events and partners use core tables plus normalized operational records for tickets, media, documents, activities, sponsorships, permissions, and webhooks.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2B2D4-B0A7-4400-BCB3-EF3644FE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F96BA-79BC-4756-8466-ABDE6001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D5E12-8BD1-45ED-98C8-2D5DEE9B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A8272-0F7C-4BFA-8924-3C2C7A9A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ticketTypes, customFields, agenda, speakers, sponsors, partners, gallery, SEO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95521-DBA4-4D7B-980E-BEF053B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647A9-8323-48A3-848E-0EB9D918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0027B-7E9A-4C14-8442-C442A7A6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event_registrations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5F43B-42D9-48FA-8A79-8E6440E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ticketType, answers, QR payload, status, check-in/out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D0E21-120C-4E31-AA1A-B72511F8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169EC-809B-4A2F-A30F-80F51A61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1EF15-AC92-4910-A996-D81BFD25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B75D2-E9F5-4884-A57B-6E8AA2B8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profile, contact, tier, documents, agreements, linked 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6CD4A-BA52-4CCC-B1B4-D80B1F64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433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61C23-EB9F-49D4-8EFC-E38C0E0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433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C7AFD-D5B2-4F40-B2C5-11D6BFCA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767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partner CRM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9F01D-5343-4E70-A3FD-5A657FB1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434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activities, documents, sponsorships, opportunities, financial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43AB7-B0FC-497B-A944-3D55152F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FE9E7-CC97-4DC0-8CF8-A1162575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B260F-EEB1-4528-9ADE-1A2C4DB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3FFE5-F86A-4B8E-99E5-F4E2F3E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permissions, notifications, webhook subscriptions and deliveries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08C60-55E2-4F9C-B957-25B437E6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177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19417-6150-4835-BA49-B103963C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95800"/>
            <a:ext cx="177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483C9-7B94-4899-A940-070652C7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C9852-FE8A-4C9F-B172-37BDBFCF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E95B54-C11A-4E48-9AFB-97E0873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094212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9B1E97-1374-472D-A17B-803A510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2D13F-E93E-4CA5-96ED-78171D51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D692C9-03E7-4558-9740-CAB8F5A3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COMMUNICATIONS AND AI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5360B-9DD4-434D-B386-B1A32478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Automation hooks are built into the 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D5933-9567-4DED-A7B7-A0C8F6A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Email workflows ship now; SMS, WhatsApp, webhooks, recommendations, semantic tagging, and predictive reporting have clear data structures to attach 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34805-C8D5-46D1-B4FF-A4AE250D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0289B-632E-491F-8190-910D8595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1765C-C5D9-44DC-957E-D4404881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E6EEE-3A51-45C2-BE8C-89C07B52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90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registration confirmation, status update, partner onboarding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35698-6E2F-4041-BECE-2E38B69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A93CA-61E5-4026-958D-72D0590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24F00-2446-413D-8589-3883075F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766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661D4-09DD-4A6B-8009-BCCB07E1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reminders, scheduled updates, renewal alerts, webhook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B4588-F2D9-4E54-B91E-8E302E33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C5C06-F403-4DB3-8426-0B3EBD95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C1B09-10CF-477A-B90F-BB83FB6E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56EFA-8F93-46F8-A868-D0A48E41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244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smart search, event recommendations, renewal risk, sponsor visibility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902E1-3A58-4E75-9572-CE89AB4E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73331-8F76-40AA-94D4-C657A83E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36456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A9128-8B8A-4FFE-88C1-65091A1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B1F42-299F-4DFE-831F-0B0FE1FA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F4C5DD-FA7C-49B7-AD35-FD0E8B3A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2BCDF-BEF4-4686-AFB8-A2DA406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Production posture spans deployment, monitoring, backup, and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CE50E-0164-484B-A8FF-7B386860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module is documented for deployment and maintainability, with explicit scale paths for high-volume registrations and partner portfolios.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1E63D-F6B0-4B58-9BB8-79E14045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13015-5E82-48DF-A6FA-5EE493B7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C197C-892E-4DF4-9A51-24791CF8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3C458-8973-44CE-9221-D3709DEF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type checks, builds, smoke tests, controlled migrations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00651-F4F4-4D82-A7AC-8D1D96E2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07308-048C-4FB1-B79D-2D733651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E645F-3FB7-4130-9768-6AAD2699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051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523EA-A1FB-4116-889A-58B2576E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718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pagination, search filters, report endpoints, CDN-ready media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241B7-6CAD-4438-9C53-7D50CAAC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1792-FF58-4E61-9A03-822159CD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5765E-3CEC-40B3-931B-3B9AE888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051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FC0EC-4317-40EC-A34B-161D35BF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API errors, email delivery, uploads, exports, auth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01A62-4ACF-4119-BC85-82ECE697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6F396-8991-49E6-99BB-E88A6811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8342A-38CC-4A0D-8FF2-D766C2B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051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23FD5-1864-45B2-A911-9B232867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daily backups, PITR, media retention, restore drills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F1283-FD19-4AA3-A6B2-4EFB6C8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Scale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D1D0A-4AAC-47B4-8E48-D97923A4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Materialized 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EEE5E-C5BE-4070-AE98-F761414F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905375"/>
            <a:ext cx="7429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11BC8-5DCF-4C0C-B731-4C1A9BFB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905375"/>
            <a:ext cx="504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FAA996-BABA-471A-BAF4-D29AFE27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Queue email/export jobs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04417-38AF-4C7A-91B5-53B342B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248275"/>
            <a:ext cx="7429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2E574B-67BC-4553-8BB8-E3F5DEE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248275"/>
            <a:ext cx="609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AD3151-39C5-49DE-AA16-DECE7BE9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Signed private documents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D1B845-2683-4399-83FB-464A58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591175"/>
            <a:ext cx="7429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F924DE-57C2-416F-B0C1-019C6D5E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591175"/>
            <a:ext cx="54959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6BF0F1-39D8-4D13-A9E0-D770615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37A733-0963-42A5-93E2-45B280D8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078900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D6524D-F5FA-4CCE-9CDF-AB56E40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0262A-FE9D-4A28-BB00-5E9F90F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D7370C-7977-451B-8109-EF85325C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77415-734F-4CBF-926C-66471ABE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next releases should deepen automation, integrations, and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799A8-0FD8-48E0-AD94-D92743B0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architecture is modular enough to add payment capture, partner portals, predictive analytics, and external integrations without reworking the core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09EA7-3805-419A-B315-5B7D0145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FDBD8-8E51-4EEE-BEB2-80ABC3F6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315E3-97FC-4667-A274-B62CC89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146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DD3AB-371A-42BD-B1CB-8C3B51E5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Enterprise modules, docs, screenshots, reporting, public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F692C-CCE0-46DC-8853-E41A8E72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7E17-0A5D-4651-B644-9353403C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3CDD4-F28B-49BF-9305-14976EFD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5FC0B-99FD-4B69-B905-8FAA9EAD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Payment gateway, private document preview, scheduled reminders, webhook retries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D6C84-7776-493C-8A6C-5DE4E5AA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D5BC6-2919-4289-A7A2-065C645B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ABC00-EB77-437C-B68A-25745D4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8D518-51F9-403A-A360-7540767C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recommendations, semantic search, sponsor scoring, partner self-service portal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455F7-0D12-46AD-A767-F6D16731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799F4-36AE-4EBE-827E-4F47F824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563648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0AB71E-D171-454A-B455-1B578439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C1947-EBEB-43CA-9009-A920BEF4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4BE2E-CD79-4357-A37E-01204F3A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CD34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D12F8-3BE6-4408-A9DF-54C1397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57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platform is now positioned as a complete operational backbone for events and partnerships.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A055A-F814-4A3D-A778-37CDFAB5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Delivered: integrated modules, secure workflows, normalized schemas, public pages, reporting, documentation, screenshots, and an executive deck for stakeholder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37764-510D-4DD1-B886-B275D36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8F8C4-31E9-4697-950B-A3A6F4B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BB199-1A1B-453A-AC36-92F05A54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Enterprise SaaS posture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AFA38-9D77-4D25-B149-982A4B71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depth for NGOs, universities, conferences, sponsors, and public programs.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C5B12-57E1-42B1-8782-14853B1A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576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049E9-CDFF-41A3-B0D2-D5B6B698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576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AD09F-54CF-46DB-A8AA-CAFA6905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Ready for growth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E0C22-1D2F-4D6F-A849-BB19EE19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Media governance, exports, webhooks, AI-ready data, scalability and operations documentation.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99141-038E-4866-A287-32CC35F9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6700D-A052-4021-9963-708E4B5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59BFB-C6C8-4D39-8E09-CA021A3A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910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Unified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192B5-BD85-498D-BBF6-7E77BE43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577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 and public experiences now work as one coherent product system.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5008D-29B1-4B7D-8B92-3E36E81B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Mtendere Events and Partners Management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4658C-7D83-412B-8384-F40D7A56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9775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2026-05-25T08:55:29.0740000Z</dcterms:created>
  <dcterms:modified xsi:type="dcterms:W3CDTF">2026-05-25T08:55:29.0740000Z</dcterms:modified>
</coreProperties>
</file>